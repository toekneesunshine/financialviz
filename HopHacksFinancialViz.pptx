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2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4599" autoAdjust="0"/>
  </p:normalViewPr>
  <p:slideViewPr>
    <p:cSldViewPr snapToGrid="0" snapToObjects="1">
      <p:cViewPr>
        <p:scale>
          <a:sx n="90" d="100"/>
          <a:sy n="90" d="100"/>
        </p:scale>
        <p:origin x="-1992" y="-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78D8B-2E2C-034B-A323-8C2FB0D585EC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FB164-E5D2-C440-9B0D-9FDE7A03D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8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7FB164-E5D2-C440-9B0D-9FDE7A03D8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8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1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1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3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6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8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9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4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0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3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7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12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7E8F0-D2E5-4E4E-BEB7-CAD1E8B1E2AD}" type="datetimeFigureOut">
              <a:rPr lang="en-US" smtClean="0"/>
              <a:t>10/23/16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74993-E009-FB4A-AA89-F733B63F0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0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642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venir Black"/>
                <a:cs typeface="Avenir Black"/>
              </a:rPr>
              <a:t>Stock market visualization and classification based on real-time data</a:t>
            </a:r>
            <a:endParaRPr lang="en-US" dirty="0">
              <a:latin typeface="Avenir Black"/>
              <a:cs typeface="Avenir Black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32867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Avenir Light"/>
                <a:cs typeface="Avenir Light"/>
              </a:rPr>
              <a:t>Yechan</a:t>
            </a:r>
            <a:r>
              <a:rPr lang="en-US" dirty="0" smtClean="0">
                <a:solidFill>
                  <a:srgbClr val="000000"/>
                </a:solidFill>
                <a:latin typeface="Avenir Light"/>
                <a:cs typeface="Avenir Light"/>
              </a:rPr>
              <a:t> Kim, Albert </a:t>
            </a:r>
            <a:r>
              <a:rPr lang="en-US" dirty="0" smtClean="0">
                <a:solidFill>
                  <a:srgbClr val="000000"/>
                </a:solidFill>
                <a:latin typeface="Avenir Light"/>
                <a:cs typeface="Avenir Light"/>
              </a:rPr>
              <a:t>Lee</a:t>
            </a:r>
            <a:r>
              <a:rPr lang="en-US" dirty="0" smtClean="0">
                <a:solidFill>
                  <a:srgbClr val="000000"/>
                </a:solidFill>
                <a:latin typeface="Avenir Light"/>
                <a:cs typeface="Avenir Light"/>
              </a:rPr>
              <a:t>,</a:t>
            </a:r>
          </a:p>
          <a:p>
            <a:r>
              <a:rPr lang="en-US" dirty="0" smtClean="0">
                <a:solidFill>
                  <a:srgbClr val="000000"/>
                </a:solidFill>
                <a:latin typeface="Avenir Light"/>
                <a:cs typeface="Avenir Light"/>
              </a:rPr>
              <a:t>Tony Sun, </a:t>
            </a:r>
            <a:r>
              <a:rPr lang="en-US" dirty="0" smtClean="0">
                <a:solidFill>
                  <a:srgbClr val="000000"/>
                </a:solidFill>
                <a:latin typeface="Avenir Light"/>
                <a:cs typeface="Avenir Light"/>
              </a:rPr>
              <a:t>Luke Zhu</a:t>
            </a:r>
          </a:p>
          <a:p>
            <a:endParaRPr lang="en-US" dirty="0">
              <a:solidFill>
                <a:srgbClr val="000000"/>
              </a:solidFill>
              <a:latin typeface="Avenir Light"/>
              <a:cs typeface="Avenir Light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venir Light"/>
                <a:cs typeface="Avenir Light"/>
              </a:rPr>
              <a:t>Johns Hopkins University</a:t>
            </a:r>
            <a:endParaRPr lang="en-US" dirty="0">
              <a:solidFill>
                <a:srgbClr val="000000"/>
              </a:solidFill>
              <a:latin typeface="Avenir Light"/>
              <a:cs typeface="Avenir Light"/>
            </a:endParaRPr>
          </a:p>
        </p:txBody>
      </p:sp>
    </p:spTree>
    <p:extLst>
      <p:ext uri="{BB962C8B-B14F-4D97-AF65-F5344CB8AC3E}">
        <p14:creationId xmlns:p14="http://schemas.microsoft.com/office/powerpoint/2010/main" val="93197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0000"/>
                </a:solidFill>
                <a:latin typeface="Avenir Light"/>
                <a:cs typeface="Avenir Light"/>
              </a:rPr>
              <a:t>Problem</a:t>
            </a:r>
            <a:endParaRPr lang="en-US" b="1" dirty="0">
              <a:solidFill>
                <a:srgbClr val="000000"/>
              </a:solidFill>
              <a:latin typeface="Avenir Light"/>
              <a:cs typeface="Avenir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404578" cy="4525963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Avenir Light"/>
                <a:cs typeface="Avenir Light"/>
              </a:rPr>
              <a:t>- </a:t>
            </a:r>
            <a:r>
              <a:rPr lang="en-US" sz="2000" dirty="0">
                <a:latin typeface="Avenir Light"/>
                <a:cs typeface="Avenir Light"/>
              </a:rPr>
              <a:t>Financial projections are highly influenced by impactful current events</a:t>
            </a:r>
          </a:p>
          <a:p>
            <a:r>
              <a:rPr lang="en-US" sz="2000" dirty="0">
                <a:latin typeface="Avenir Light"/>
                <a:cs typeface="Avenir Light"/>
              </a:rPr>
              <a:t>- Most statistical models are inconsistent when fed real-time data</a:t>
            </a:r>
          </a:p>
          <a:p>
            <a:pPr marL="0" indent="0">
              <a:buNone/>
            </a:pPr>
            <a:endParaRPr lang="en-US" sz="2000" dirty="0">
              <a:latin typeface="Avenir Light"/>
              <a:cs typeface="Avenir Light"/>
            </a:endParaRPr>
          </a:p>
          <a:p>
            <a:r>
              <a:rPr lang="en-US" sz="2000" dirty="0">
                <a:latin typeface="Avenir Light"/>
                <a:cs typeface="Avenir Light"/>
              </a:rPr>
              <a:t>## Methodology</a:t>
            </a:r>
          </a:p>
          <a:p>
            <a:r>
              <a:rPr lang="en-US" sz="2000" dirty="0">
                <a:latin typeface="Avenir Light"/>
                <a:cs typeface="Avenir Light"/>
              </a:rPr>
              <a:t>- Test data was manually collected based on the derivative of stock price changes over the period of 24 hours</a:t>
            </a:r>
          </a:p>
          <a:p>
            <a:r>
              <a:rPr lang="en-US" sz="2000" dirty="0">
                <a:latin typeface="Avenir Light"/>
                <a:cs typeface="Avenir Light"/>
              </a:rPr>
              <a:t>- Relevant articles were manually collected and assigned a value based on above derivative value</a:t>
            </a:r>
          </a:p>
          <a:p>
            <a:r>
              <a:rPr lang="en-US" sz="2000" dirty="0">
                <a:latin typeface="Avenir Light"/>
                <a:cs typeface="Avenir Light"/>
              </a:rPr>
              <a:t>- Standard 60-20-20 train validation-test split used</a:t>
            </a:r>
          </a:p>
          <a:p>
            <a:endParaRPr lang="en-US" sz="2000" dirty="0">
              <a:latin typeface="Avenir Light"/>
              <a:cs typeface="Avenir Light"/>
            </a:endParaRPr>
          </a:p>
          <a:p>
            <a:r>
              <a:rPr lang="en-US" sz="2000" dirty="0">
                <a:latin typeface="Avenir Light"/>
                <a:cs typeface="Avenir Light"/>
              </a:rPr>
              <a:t>## Results</a:t>
            </a:r>
          </a:p>
          <a:p>
            <a:r>
              <a:rPr lang="en-US" sz="2000" dirty="0">
                <a:latin typeface="Avenir Light"/>
                <a:cs typeface="Avenir Light"/>
              </a:rPr>
              <a:t>- Accuracy was around </a:t>
            </a:r>
          </a:p>
          <a:p>
            <a:endParaRPr lang="en-US" sz="2000" dirty="0">
              <a:latin typeface="Avenir Light"/>
              <a:cs typeface="Avenir Light"/>
            </a:endParaRPr>
          </a:p>
          <a:p>
            <a:r>
              <a:rPr lang="en-US" sz="2000" dirty="0">
                <a:latin typeface="Avenir Light"/>
                <a:cs typeface="Avenir Light"/>
              </a:rPr>
              <a:t>## In Progress</a:t>
            </a:r>
          </a:p>
          <a:p>
            <a:r>
              <a:rPr lang="en-US" sz="2000" dirty="0">
                <a:latin typeface="Avenir Light"/>
                <a:cs typeface="Avenir Light"/>
              </a:rPr>
              <a:t>- Automation of news article detection</a:t>
            </a:r>
          </a:p>
          <a:p>
            <a:r>
              <a:rPr lang="en-US" sz="2000" dirty="0">
                <a:latin typeface="Avenir Light"/>
                <a:cs typeface="Avenir Light"/>
              </a:rPr>
              <a:t>  - Can currently automatically generate articles however needs to classify articles on financial relevance</a:t>
            </a:r>
          </a:p>
          <a:p>
            <a:r>
              <a:rPr lang="en-US" sz="2000" dirty="0">
                <a:latin typeface="Avenir Light"/>
                <a:cs typeface="Avenir Light"/>
              </a:rPr>
              <a:t>  - Needs to classify companies in direct competition with </a:t>
            </a:r>
            <a:r>
              <a:rPr lang="en-US" sz="2000" dirty="0" err="1">
                <a:latin typeface="Avenir Light"/>
                <a:cs typeface="Avenir Light"/>
              </a:rPr>
              <a:t>eachother</a:t>
            </a:r>
            <a:endParaRPr lang="en-US" sz="2000" dirty="0">
              <a:latin typeface="Avenir Light"/>
              <a:cs typeface="Avenir Light"/>
            </a:endParaRPr>
          </a:p>
          <a:p>
            <a:r>
              <a:rPr lang="en-US" sz="2000" dirty="0" smtClean="0">
                <a:latin typeface="Avenir Light"/>
                <a:cs typeface="Avenir Light"/>
              </a:rPr>
              <a:t>m </a:t>
            </a:r>
            <a:r>
              <a:rPr lang="en-US" sz="2000" dirty="0" smtClean="0">
                <a:latin typeface="Avenir Light"/>
                <a:cs typeface="Avenir Light"/>
              </a:rPr>
              <a:t>around the globe</a:t>
            </a:r>
          </a:p>
          <a:p>
            <a:endParaRPr lang="en-US" sz="2000" dirty="0" smtClean="0">
              <a:latin typeface="Avenir Light"/>
              <a:cs typeface="Avenir Light"/>
            </a:endParaRPr>
          </a:p>
          <a:p>
            <a:endParaRPr lang="en-US" sz="2000" dirty="0" smtClean="0">
              <a:latin typeface="Avenir Light"/>
              <a:cs typeface="Avenir Light"/>
            </a:endParaRPr>
          </a:p>
          <a:p>
            <a:pPr marL="0" indent="0">
              <a:buNone/>
            </a:pPr>
            <a:endParaRPr lang="en-US" sz="2000" dirty="0">
              <a:latin typeface="Avenir Light"/>
              <a:cs typeface="Avenir Light"/>
            </a:endParaRPr>
          </a:p>
        </p:txBody>
      </p:sp>
    </p:spTree>
    <p:extLst>
      <p:ext uri="{BB962C8B-B14F-4D97-AF65-F5344CB8AC3E}">
        <p14:creationId xmlns:p14="http://schemas.microsoft.com/office/powerpoint/2010/main" val="289081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8111"/>
            <a:ext cx="8229600" cy="4699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Avenir Light"/>
                <a:cs typeface="Avenir Light"/>
              </a:rPr>
              <a:t>- </a:t>
            </a:r>
            <a:r>
              <a:rPr lang="en-US" dirty="0">
                <a:latin typeface="Avenir Light"/>
                <a:cs typeface="Avenir Light"/>
              </a:rPr>
              <a:t>Groups companies in direct competition with </a:t>
            </a:r>
            <a:r>
              <a:rPr lang="en-US" dirty="0" err="1">
                <a:latin typeface="Avenir Light"/>
                <a:cs typeface="Avenir Light"/>
              </a:rPr>
              <a:t>eachother</a:t>
            </a:r>
            <a:endParaRPr lang="en-US" dirty="0">
              <a:latin typeface="Avenir Light"/>
              <a:cs typeface="Avenir Light"/>
            </a:endParaRPr>
          </a:p>
          <a:p>
            <a:r>
              <a:rPr lang="en-US" dirty="0">
                <a:latin typeface="Avenir Light"/>
                <a:cs typeface="Avenir Light"/>
              </a:rPr>
              <a:t>- Analyzes trends with support from automatically generated relevant news articles</a:t>
            </a:r>
          </a:p>
          <a:p>
            <a:r>
              <a:rPr lang="en-US" dirty="0">
                <a:latin typeface="Avenir Light"/>
                <a:cs typeface="Avenir Light"/>
              </a:rPr>
              <a:t>- Uses machine learning to detect stock behavior from articles in real-time</a:t>
            </a:r>
          </a:p>
          <a:p>
            <a:r>
              <a:rPr lang="en-US" dirty="0">
                <a:latin typeface="Avenir Light"/>
                <a:cs typeface="Avenir Light"/>
              </a:rPr>
              <a:t>- Classification aids in predicting future market behavior</a:t>
            </a:r>
            <a:endParaRPr lang="en-US" dirty="0">
              <a:latin typeface="Avenir Light"/>
              <a:cs typeface="Avenir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Perpetua Titling MT"/>
                <a:cs typeface="Perpetua Titling MT"/>
              </a:rPr>
              <a:t>The Solution</a:t>
            </a:r>
            <a:endParaRPr lang="en-US" dirty="0">
              <a:solidFill>
                <a:schemeClr val="bg1"/>
              </a:solidFill>
              <a:latin typeface="Perpetua Titling MT"/>
              <a:cs typeface="Perpetua Titling MT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Avenir Light"/>
                <a:cs typeface="Avenir Light"/>
              </a:rPr>
              <a:t>Our Product</a:t>
            </a:r>
            <a:endParaRPr lang="en-US" b="1" dirty="0">
              <a:latin typeface="Avenir Light"/>
              <a:cs typeface="Avenir Light"/>
            </a:endParaRPr>
          </a:p>
        </p:txBody>
      </p:sp>
    </p:spTree>
    <p:extLst>
      <p:ext uri="{BB962C8B-B14F-4D97-AF65-F5344CB8AC3E}">
        <p14:creationId xmlns:p14="http://schemas.microsoft.com/office/powerpoint/2010/main" val="247248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0000"/>
                </a:solidFill>
                <a:latin typeface="Avenir Light"/>
                <a:cs typeface="Avenir Light"/>
              </a:rPr>
              <a:t>Our Prototype</a:t>
            </a:r>
            <a:endParaRPr lang="en-US" b="1" dirty="0">
              <a:solidFill>
                <a:srgbClr val="000000"/>
              </a:solidFill>
              <a:latin typeface="Avenir Light"/>
              <a:cs typeface="Avenir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8667"/>
            <a:ext cx="8229600" cy="5079999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venir Light"/>
                <a:cs typeface="Avenir Light"/>
              </a:rPr>
              <a:t>- </a:t>
            </a:r>
            <a:r>
              <a:rPr lang="en-US" dirty="0">
                <a:latin typeface="Avenir Light"/>
                <a:cs typeface="Avenir Light"/>
              </a:rPr>
              <a:t>Analyzes the airline industry</a:t>
            </a:r>
          </a:p>
          <a:p>
            <a:r>
              <a:rPr lang="en-US" dirty="0">
                <a:latin typeface="Avenir Light"/>
                <a:cs typeface="Avenir Light"/>
              </a:rPr>
              <a:t>- Manually accepts news articles</a:t>
            </a:r>
          </a:p>
          <a:p>
            <a:r>
              <a:rPr lang="en-US" dirty="0">
                <a:latin typeface="Avenir Light"/>
                <a:cs typeface="Avenir Light"/>
              </a:rPr>
              <a:t>- Uses machine learning to detect stock behavior from inputted articles</a:t>
            </a:r>
          </a:p>
          <a:p>
            <a:r>
              <a:rPr lang="en-US" dirty="0">
                <a:latin typeface="Avenir Light"/>
                <a:cs typeface="Avenir Light"/>
              </a:rPr>
              <a:t>- Classification aids in predicting future market behavior</a:t>
            </a:r>
            <a:endParaRPr lang="en-US" dirty="0">
              <a:latin typeface="Avenir Light"/>
              <a:cs typeface="Avenir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77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223</Words>
  <Application>Microsoft Macintosh PowerPoint</Application>
  <PresentationFormat>On-screen Show (4:3)</PresentationFormat>
  <Paragraphs>35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Stock market visualization and classification based on real-time data</vt:lpstr>
      <vt:lpstr>Problem</vt:lpstr>
      <vt:lpstr>The Solution</vt:lpstr>
      <vt:lpstr>Our Prototype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Velox Health</dc:title>
  <dc:creator>Tony Sun</dc:creator>
  <cp:lastModifiedBy>Tony Sun</cp:lastModifiedBy>
  <cp:revision>24</cp:revision>
  <dcterms:created xsi:type="dcterms:W3CDTF">2015-10-04T04:43:03Z</dcterms:created>
  <dcterms:modified xsi:type="dcterms:W3CDTF">2016-10-23T04:31:58Z</dcterms:modified>
</cp:coreProperties>
</file>